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E3AD21-BA39-480F-8537-36531247065A}" v="4" dt="2025-12-15T15:34:32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86E7-2936-95D2-431E-C842E7785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4F056-5D41-41F1-6832-19640B2B1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48DBE-09EB-595F-3A9A-DE6770A1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D6562-589E-400F-B82B-F7BD2BDC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AE42-A067-F3DB-745D-73C9EACF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63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2992-8FEF-AF84-3A1C-60E0B1032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DBC1-5279-2093-BCE1-86617ABF5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94B83-420D-C606-DB41-BD4CCF55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8F60-CAD6-9017-6CE9-3F0051B2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902D-D6A9-5DEC-1137-E670D3EA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70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151E-C604-598B-4AA5-C83CAA34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2DDC8-D539-5F69-56D0-69E62C50D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EDAD-879C-3FFF-AAA8-E9AA1EA4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C1D66-9475-E0BA-5344-ACDE666D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FB290-8F37-D4A8-80BE-068486CC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9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A86A-A0EA-7D87-4031-7034D665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2A8A-39D0-2711-0A0A-28BFD31E4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629CB-3180-D7F8-26DA-012F717BD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D5171-1FBA-F626-A7C5-D095B473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0B3E7-33AA-1E65-5863-4D0815131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11414-3443-3F4E-5C05-69D060D7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69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F24F-F28C-D380-1AC2-0A051FB8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E7FA7-E594-B44A-43CD-6700B02EF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44435-0562-7745-9381-56AA01775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F5CBC-05AD-5D26-9245-8039BAFC6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5BF3B-1F71-9302-B975-26F818E25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936B9-18B2-4957-D30A-4A95CCF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FE329-BD0D-461A-E636-4A77E38E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8DBFE-EF6F-6D3F-5ADA-2810E040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8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3F2A-E9A9-B01D-254C-388551E9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4EE37-1090-6471-5EFA-9580EBBA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CF20A-F73A-DB38-C1DB-DB259F7E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3E727-ABD3-D9D0-110D-C087795B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6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CF7D9-BEFA-74B5-C11F-F50FFC96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9E41E-5F75-D219-E4CB-6865CF81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9A454-B57B-2E1D-C045-907DC1B2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74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46AE-F0E1-DFC5-B97A-1BA55B4FB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7582-4192-F2F9-E947-883BCFF1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9C218-0E9F-9AE2-6A59-A6A582C4A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4218F-FD7F-8A3B-13DA-368B63AB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E9784-0C46-F766-2AAB-F445FC25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D102D-404D-BD8A-7B69-A8974CEB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0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FC07D-C369-9E40-7D7F-5E2D50DE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694D6-FFA5-CEF7-B245-83357AC0A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942F0-0925-A052-CA74-E5D592883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C4483-A563-FF8C-B32B-20BFCDA6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6F794-0132-4C85-810A-233E500A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9528-C24B-EF03-F948-210EE22D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15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FC306-026B-5B09-5996-65E722C7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5CF05-CE91-DDF5-A34E-90C199DF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736E4-3DEB-DD7F-A68B-E1769D36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C8CE-068E-CBE6-7DA2-27EEC163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A2AD2-5893-E407-960C-91115D39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17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9B6D3-D20B-01ED-11EC-4556791E6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44DDD-7DFA-288F-C093-2C6FF932E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F0319-7859-F48E-D06F-5BAED65D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375FF-750A-2E3E-0C2E-286CD285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45CA3-4E6B-1AFD-847D-B104F217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1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D97D3-22D4-2470-B192-D21D0336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08BBE-FF43-84B9-6CF8-3011AFC89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C3B2-8A67-A924-A67F-546756188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E7F2-D629-4330-B432-BE86ECF44F1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49DE-1925-61DF-6D6C-346AE670D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14562-97F3-C4D1-1857-B0F6B6AFA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45B69-6615-4D7E-A20D-5FB65B4EF6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25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4DB07A-B3AF-11C2-5666-58A3EC85BF97}"/>
              </a:ext>
            </a:extLst>
          </p:cNvPr>
          <p:cNvSpPr txBox="1"/>
          <p:nvPr/>
        </p:nvSpPr>
        <p:spPr>
          <a:xfrm>
            <a:off x="1840374" y="243512"/>
            <a:ext cx="663229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ATM MACHINE SIMULATOR CODE</a:t>
            </a:r>
          </a:p>
          <a:p>
            <a:r>
              <a:rPr lang="en-IN" sz="1200" dirty="0"/>
              <a:t>#include &lt;</a:t>
            </a:r>
            <a:r>
              <a:rPr lang="en-IN" sz="1200" dirty="0" err="1"/>
              <a:t>stdio.h</a:t>
            </a:r>
            <a:r>
              <a:rPr lang="en-IN" sz="1200" dirty="0"/>
              <a:t>&gt;</a:t>
            </a:r>
          </a:p>
          <a:p>
            <a:endParaRPr lang="en-IN" sz="1200" dirty="0"/>
          </a:p>
          <a:p>
            <a:r>
              <a:rPr lang="en-IN" sz="1200" dirty="0"/>
              <a:t>int main() {</a:t>
            </a:r>
          </a:p>
          <a:p>
            <a:r>
              <a:rPr lang="en-IN" sz="1200" dirty="0"/>
              <a:t>    int pin = 1234, </a:t>
            </a:r>
            <a:r>
              <a:rPr lang="en-IN" sz="1200" dirty="0" err="1"/>
              <a:t>enteredPin</a:t>
            </a:r>
            <a:r>
              <a:rPr lang="en-IN" sz="1200" dirty="0"/>
              <a:t>;</a:t>
            </a:r>
          </a:p>
          <a:p>
            <a:r>
              <a:rPr lang="en-IN" sz="1200" dirty="0"/>
              <a:t>    int choice;</a:t>
            </a:r>
          </a:p>
          <a:p>
            <a:r>
              <a:rPr lang="en-IN" sz="1200" dirty="0"/>
              <a:t>    float balance = 5000.0, amount;</a:t>
            </a:r>
          </a:p>
          <a:p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("===== ATM SIMULATOR =====\n");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printf</a:t>
            </a:r>
            <a:r>
              <a:rPr lang="en-IN" sz="1200" dirty="0"/>
              <a:t>("Enter your PIN: ");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scanf</a:t>
            </a:r>
            <a:r>
              <a:rPr lang="en-IN" sz="1200" dirty="0"/>
              <a:t>("%d", &amp;</a:t>
            </a:r>
            <a:r>
              <a:rPr lang="en-IN" sz="1200" dirty="0" err="1"/>
              <a:t>enteredPin</a:t>
            </a:r>
            <a:r>
              <a:rPr lang="en-IN" sz="1200" dirty="0"/>
              <a:t>);</a:t>
            </a:r>
          </a:p>
          <a:p>
            <a:endParaRPr lang="en-IN" sz="1200" dirty="0"/>
          </a:p>
          <a:p>
            <a:r>
              <a:rPr lang="en-IN" sz="1200" dirty="0"/>
              <a:t>    if (</a:t>
            </a:r>
            <a:r>
              <a:rPr lang="en-IN" sz="1200" dirty="0" err="1"/>
              <a:t>enteredPin</a:t>
            </a:r>
            <a:r>
              <a:rPr lang="en-IN" sz="1200" dirty="0"/>
              <a:t> != pin)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("Incorrect PIN. Access Denied!\n");</a:t>
            </a:r>
          </a:p>
          <a:p>
            <a:r>
              <a:rPr lang="en-IN" sz="1200" dirty="0"/>
              <a:t>        return 0;</a:t>
            </a:r>
          </a:p>
          <a:p>
            <a:r>
              <a:rPr lang="en-IN" sz="1200" dirty="0"/>
              <a:t>    }</a:t>
            </a:r>
          </a:p>
          <a:p>
            <a:endParaRPr lang="en-IN" sz="1200" dirty="0"/>
          </a:p>
          <a:p>
            <a:r>
              <a:rPr lang="en-IN" sz="1200" dirty="0"/>
              <a:t>    do {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("\n--- MENU ---\n");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("1. Check Balance\n");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("2. Deposit Money\n");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("3. Withdraw Money\n");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("4. Exit\n");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printf</a:t>
            </a:r>
            <a:r>
              <a:rPr lang="en-IN" sz="1200" dirty="0"/>
              <a:t>("Enter your choice: ");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scanf</a:t>
            </a:r>
            <a:r>
              <a:rPr lang="en-IN" sz="1200" dirty="0"/>
              <a:t>("%d", &amp;choice);</a:t>
            </a:r>
          </a:p>
          <a:p>
            <a:endParaRPr lang="en-IN" sz="1200" dirty="0"/>
          </a:p>
          <a:p>
            <a:r>
              <a:rPr lang="en-IN" sz="1200" dirty="0"/>
              <a:t>        switch (choice) {</a:t>
            </a:r>
          </a:p>
          <a:p>
            <a:r>
              <a:rPr lang="en-IN" sz="1200" dirty="0"/>
              <a:t>            case 1: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printf</a:t>
            </a:r>
            <a:r>
              <a:rPr lang="en-IN" sz="1200" dirty="0"/>
              <a:t>("Current Balance: %.2f\n", balance);</a:t>
            </a:r>
          </a:p>
          <a:p>
            <a:r>
              <a:rPr lang="en-IN" sz="1200" dirty="0"/>
              <a:t>                break;</a:t>
            </a:r>
          </a:p>
          <a:p>
            <a:endParaRPr lang="en-IN" sz="1200" dirty="0"/>
          </a:p>
          <a:p>
            <a:r>
              <a:rPr lang="en-IN" sz="120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72354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5FFB5A-9D1C-748D-E1E3-E73172946E69}"/>
              </a:ext>
            </a:extLst>
          </p:cNvPr>
          <p:cNvSpPr txBox="1"/>
          <p:nvPr/>
        </p:nvSpPr>
        <p:spPr>
          <a:xfrm>
            <a:off x="1889761" y="-106680"/>
            <a:ext cx="7099874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           </a:t>
            </a:r>
            <a:r>
              <a:rPr lang="en-IN" sz="1200" dirty="0"/>
              <a:t>case 2: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printf</a:t>
            </a:r>
            <a:r>
              <a:rPr lang="en-IN" sz="1200" dirty="0"/>
              <a:t>("Enter amount to deposit: ");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scanf</a:t>
            </a:r>
            <a:r>
              <a:rPr lang="en-IN" sz="1200" dirty="0"/>
              <a:t>("%f", &amp;amount);</a:t>
            </a:r>
          </a:p>
          <a:p>
            <a:r>
              <a:rPr lang="en-IN" sz="1200" dirty="0"/>
              <a:t>                if (amount &gt; 0) {</a:t>
            </a:r>
          </a:p>
          <a:p>
            <a:r>
              <a:rPr lang="en-IN" sz="1200" dirty="0"/>
              <a:t>                    balance += amount;</a:t>
            </a:r>
          </a:p>
          <a:p>
            <a:r>
              <a:rPr lang="en-IN" sz="1200" dirty="0"/>
              <a:t>                    </a:t>
            </a:r>
            <a:r>
              <a:rPr lang="en-IN" sz="1200" dirty="0" err="1"/>
              <a:t>printf</a:t>
            </a:r>
            <a:r>
              <a:rPr lang="en-IN" sz="1200" dirty="0"/>
              <a:t>("Deposit successful.\n");</a:t>
            </a:r>
          </a:p>
          <a:p>
            <a:r>
              <a:rPr lang="en-IN" sz="1200" dirty="0"/>
              <a:t>                } else {</a:t>
            </a:r>
          </a:p>
          <a:p>
            <a:r>
              <a:rPr lang="en-IN" sz="1200" dirty="0"/>
              <a:t>                    </a:t>
            </a:r>
            <a:r>
              <a:rPr lang="en-IN" sz="1200" dirty="0" err="1"/>
              <a:t>printf</a:t>
            </a:r>
            <a:r>
              <a:rPr lang="en-IN" sz="1200" dirty="0"/>
              <a:t>("Invalid amount.\n");</a:t>
            </a:r>
          </a:p>
          <a:p>
            <a:r>
              <a:rPr lang="en-IN" sz="1200" dirty="0"/>
              <a:t>                }</a:t>
            </a:r>
          </a:p>
          <a:p>
            <a:r>
              <a:rPr lang="en-IN" sz="1200" dirty="0"/>
              <a:t>                break;</a:t>
            </a:r>
          </a:p>
          <a:p>
            <a:endParaRPr lang="en-IN" sz="1200" dirty="0"/>
          </a:p>
          <a:p>
            <a:r>
              <a:rPr lang="en-IN" sz="1200" dirty="0"/>
              <a:t>            case 3: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printf</a:t>
            </a:r>
            <a:r>
              <a:rPr lang="en-IN" sz="1200" dirty="0"/>
              <a:t>("Enter amount to withdraw: ");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scanf</a:t>
            </a:r>
            <a:r>
              <a:rPr lang="en-IN" sz="1200" dirty="0"/>
              <a:t>("%f", &amp;amount);</a:t>
            </a:r>
          </a:p>
          <a:p>
            <a:r>
              <a:rPr lang="en-IN" sz="1200" dirty="0"/>
              <a:t>                if (amount &gt; 0 &amp;&amp; amount &lt;= balance) {</a:t>
            </a:r>
          </a:p>
          <a:p>
            <a:r>
              <a:rPr lang="en-IN" sz="1200" dirty="0"/>
              <a:t>                    balance -= amount;</a:t>
            </a:r>
          </a:p>
          <a:p>
            <a:r>
              <a:rPr lang="en-IN" sz="1200" dirty="0"/>
              <a:t>                    </a:t>
            </a:r>
            <a:r>
              <a:rPr lang="en-IN" sz="1200" dirty="0" err="1"/>
              <a:t>printf</a:t>
            </a:r>
            <a:r>
              <a:rPr lang="en-IN" sz="1200" dirty="0"/>
              <a:t>("Please collect your cash.\n");</a:t>
            </a:r>
          </a:p>
          <a:p>
            <a:r>
              <a:rPr lang="en-IN" sz="1200" dirty="0"/>
              <a:t>                } else {</a:t>
            </a:r>
          </a:p>
          <a:p>
            <a:r>
              <a:rPr lang="en-IN" sz="1200" dirty="0"/>
              <a:t>                    </a:t>
            </a:r>
            <a:r>
              <a:rPr lang="en-IN" sz="1200" dirty="0" err="1"/>
              <a:t>printf</a:t>
            </a:r>
            <a:r>
              <a:rPr lang="en-IN" sz="1200" dirty="0"/>
              <a:t>("Insufficient balance or invalid amount.\n");</a:t>
            </a:r>
          </a:p>
          <a:p>
            <a:r>
              <a:rPr lang="en-IN" sz="1200" dirty="0"/>
              <a:t>                }</a:t>
            </a:r>
          </a:p>
          <a:p>
            <a:r>
              <a:rPr lang="en-IN" sz="1200" dirty="0"/>
              <a:t>                break;</a:t>
            </a:r>
          </a:p>
          <a:p>
            <a:endParaRPr lang="en-IN" sz="1200" dirty="0"/>
          </a:p>
          <a:p>
            <a:r>
              <a:rPr lang="en-IN" sz="1200" dirty="0"/>
              <a:t>            case 4: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printf</a:t>
            </a:r>
            <a:r>
              <a:rPr lang="en-IN" sz="1200" dirty="0"/>
              <a:t>("Thank you for using the ATM.\n");</a:t>
            </a:r>
          </a:p>
          <a:p>
            <a:r>
              <a:rPr lang="en-IN" sz="1200" dirty="0"/>
              <a:t>                break;</a:t>
            </a:r>
          </a:p>
          <a:p>
            <a:r>
              <a:rPr lang="en-US" sz="1200" dirty="0"/>
              <a:t>default:</a:t>
            </a:r>
          </a:p>
          <a:p>
            <a:r>
              <a:rPr lang="en-US" sz="1200" dirty="0"/>
              <a:t>                </a:t>
            </a:r>
            <a:r>
              <a:rPr lang="en-US" sz="1200" dirty="0" err="1"/>
              <a:t>printf</a:t>
            </a:r>
            <a:r>
              <a:rPr lang="en-US" sz="1200" dirty="0"/>
              <a:t>("Invalid choice.\n");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} while (choice != 4);</a:t>
            </a:r>
          </a:p>
          <a:p>
            <a:endParaRPr lang="en-US" sz="1200" dirty="0"/>
          </a:p>
          <a:p>
            <a:r>
              <a:rPr lang="en-US" sz="1200" dirty="0"/>
              <a:t>    return 0;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00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348</Words>
  <Application>Microsoft Office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 Patnam</dc:creator>
  <cp:lastModifiedBy>srinivas Patnam</cp:lastModifiedBy>
  <cp:revision>2</cp:revision>
  <dcterms:created xsi:type="dcterms:W3CDTF">2025-12-15T15:20:50Z</dcterms:created>
  <dcterms:modified xsi:type="dcterms:W3CDTF">2025-12-15T15:36:03Z</dcterms:modified>
</cp:coreProperties>
</file>